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536">
          <p15:clr>
            <a:srgbClr val="747775"/>
          </p15:clr>
        </p15:guide>
        <p15:guide id="2" pos="673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A1A1"/>
    <a:srgbClr val="F4B274"/>
    <a:srgbClr val="337477"/>
    <a:srgbClr val="4DB8DA"/>
    <a:srgbClr val="416E7E"/>
    <a:srgbClr val="DAD9CC"/>
    <a:srgbClr val="5D949B"/>
    <a:srgbClr val="59A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DEC665-D71D-4E91-A14D-D87D2343006A}" v="39" dt="2026-05-26T07:16:05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498" y="-1968"/>
      </p:cViewPr>
      <p:guideLst>
        <p:guide orient="horz" pos="9536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Ma" userId="9f95c587-f699-4932-b625-8a66907ada6c" providerId="ADAL" clId="{2316202E-0519-4AE8-844E-FC2CD7F169B8}"/>
    <pc:docChg chg="undo custSel modSld">
      <pc:chgData name="Brian Ma" userId="9f95c587-f699-4932-b625-8a66907ada6c" providerId="ADAL" clId="{2316202E-0519-4AE8-844E-FC2CD7F169B8}" dt="2026-05-26T07:18:49.650" v="544" actId="207"/>
      <pc:docMkLst>
        <pc:docMk/>
      </pc:docMkLst>
      <pc:sldChg chg="addSp delSp modSp mod setBg">
        <pc:chgData name="Brian Ma" userId="9f95c587-f699-4932-b625-8a66907ada6c" providerId="ADAL" clId="{2316202E-0519-4AE8-844E-FC2CD7F169B8}" dt="2026-05-26T07:18:49.650" v="544" actId="207"/>
        <pc:sldMkLst>
          <pc:docMk/>
          <pc:sldMk cId="0" sldId="256"/>
        </pc:sldMkLst>
        <pc:spChg chg="mod">
          <ac:chgData name="Brian Ma" userId="9f95c587-f699-4932-b625-8a66907ada6c" providerId="ADAL" clId="{2316202E-0519-4AE8-844E-FC2CD7F169B8}" dt="2026-05-26T07:18:40.383" v="542" actId="207"/>
          <ac:spMkLst>
            <pc:docMk/>
            <pc:sldMk cId="0" sldId="256"/>
            <ac:spMk id="2" creationId="{39604711-251A-0D7E-1419-FDF8DEC32A6A}"/>
          </ac:spMkLst>
        </pc:spChg>
        <pc:spChg chg="mod">
          <ac:chgData name="Brian Ma" userId="9f95c587-f699-4932-b625-8a66907ada6c" providerId="ADAL" clId="{2316202E-0519-4AE8-844E-FC2CD7F169B8}" dt="2026-05-26T07:12:10.781" v="72" actId="1076"/>
          <ac:spMkLst>
            <pc:docMk/>
            <pc:sldMk cId="0" sldId="256"/>
            <ac:spMk id="7" creationId="{C19B90F1-A83C-0C46-CFA5-C348905D1F1E}"/>
          </ac:spMkLst>
        </pc:spChg>
        <pc:spChg chg="mod">
          <ac:chgData name="Brian Ma" userId="9f95c587-f699-4932-b625-8a66907ada6c" providerId="ADAL" clId="{2316202E-0519-4AE8-844E-FC2CD7F169B8}" dt="2026-05-26T07:12:10.781" v="72" actId="1076"/>
          <ac:spMkLst>
            <pc:docMk/>
            <pc:sldMk cId="0" sldId="256"/>
            <ac:spMk id="8" creationId="{03760033-5503-FC89-B4E7-7D2AC78141AB}"/>
          </ac:spMkLst>
        </pc:spChg>
        <pc:spChg chg="add mod">
          <ac:chgData name="Brian Ma" userId="9f95c587-f699-4932-b625-8a66907ada6c" providerId="ADAL" clId="{2316202E-0519-4AE8-844E-FC2CD7F169B8}" dt="2026-05-26T07:12:26.286" v="75" actId="1076"/>
          <ac:spMkLst>
            <pc:docMk/>
            <pc:sldMk cId="0" sldId="256"/>
            <ac:spMk id="21" creationId="{8E1C222E-C8F9-5C09-F0BF-DDCB67206898}"/>
          </ac:spMkLst>
        </pc:spChg>
        <pc:spChg chg="add mod">
          <ac:chgData name="Brian Ma" userId="9f95c587-f699-4932-b625-8a66907ada6c" providerId="ADAL" clId="{2316202E-0519-4AE8-844E-FC2CD7F169B8}" dt="2026-05-26T07:18:49.650" v="544" actId="207"/>
          <ac:spMkLst>
            <pc:docMk/>
            <pc:sldMk cId="0" sldId="256"/>
            <ac:spMk id="22" creationId="{D849A2B1-34E3-DAEC-45BA-B27617D3A127}"/>
          </ac:spMkLst>
        </pc:spChg>
        <pc:spChg chg="del">
          <ac:chgData name="Brian Ma" userId="9f95c587-f699-4932-b625-8a66907ada6c" providerId="ADAL" clId="{2316202E-0519-4AE8-844E-FC2CD7F169B8}" dt="2026-05-26T07:04:09.748" v="2" actId="478"/>
          <ac:spMkLst>
            <pc:docMk/>
            <pc:sldMk cId="0" sldId="256"/>
            <ac:spMk id="54" creationId="{00000000-0000-0000-0000-000000000000}"/>
          </ac:spMkLst>
        </pc:spChg>
        <pc:spChg chg="mod">
          <ac:chgData name="Brian Ma" userId="9f95c587-f699-4932-b625-8a66907ada6c" providerId="ADAL" clId="{2316202E-0519-4AE8-844E-FC2CD7F169B8}" dt="2026-05-26T07:18:34.251" v="541" actId="20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Brian Ma" userId="9f95c587-f699-4932-b625-8a66907ada6c" providerId="ADAL" clId="{2316202E-0519-4AE8-844E-FC2CD7F169B8}" dt="2026-05-26T07:18:44.452" v="543" actId="207"/>
          <ac:spMkLst>
            <pc:docMk/>
            <pc:sldMk cId="0" sldId="256"/>
            <ac:spMk id="57" creationId="{00000000-0000-0000-0000-000000000000}"/>
          </ac:spMkLst>
        </pc:spChg>
        <pc:spChg chg="mod">
          <ac:chgData name="Brian Ma" userId="9f95c587-f699-4932-b625-8a66907ada6c" providerId="ADAL" clId="{2316202E-0519-4AE8-844E-FC2CD7F169B8}" dt="2026-05-26T07:18:19.015" v="540" actId="207"/>
          <ac:spMkLst>
            <pc:docMk/>
            <pc:sldMk cId="0" sldId="256"/>
            <ac:spMk id="66" creationId="{00000000-0000-0000-0000-000000000000}"/>
          </ac:spMkLst>
        </pc:spChg>
        <pc:spChg chg="del mod">
          <ac:chgData name="Brian Ma" userId="9f95c587-f699-4932-b625-8a66907ada6c" providerId="ADAL" clId="{2316202E-0519-4AE8-844E-FC2CD7F169B8}" dt="2026-05-26T07:16:20.722" v="530" actId="478"/>
          <ac:spMkLst>
            <pc:docMk/>
            <pc:sldMk cId="0" sldId="256"/>
            <ac:spMk id="69" creationId="{00000000-0000-0000-0000-000000000000}"/>
          </ac:spMkLst>
        </pc:spChg>
        <pc:spChg chg="mod">
          <ac:chgData name="Brian Ma" userId="9f95c587-f699-4932-b625-8a66907ada6c" providerId="ADAL" clId="{2316202E-0519-4AE8-844E-FC2CD7F169B8}" dt="2026-05-26T07:16:35.111" v="532" actId="1076"/>
          <ac:spMkLst>
            <pc:docMk/>
            <pc:sldMk cId="0" sldId="256"/>
            <ac:spMk id="70" creationId="{00000000-0000-0000-0000-000000000000}"/>
          </ac:spMkLst>
        </pc:spChg>
        <pc:spChg chg="del">
          <ac:chgData name="Brian Ma" userId="9f95c587-f699-4932-b625-8a66907ada6c" providerId="ADAL" clId="{2316202E-0519-4AE8-844E-FC2CD7F169B8}" dt="2026-05-26T07:05:44.244" v="18" actId="478"/>
          <ac:spMkLst>
            <pc:docMk/>
            <pc:sldMk cId="0" sldId="256"/>
            <ac:spMk id="80" creationId="{00000000-0000-0000-0000-000000000000}"/>
          </ac:spMkLst>
        </pc:spChg>
        <pc:spChg chg="del">
          <ac:chgData name="Brian Ma" userId="9f95c587-f699-4932-b625-8a66907ada6c" providerId="ADAL" clId="{2316202E-0519-4AE8-844E-FC2CD7F169B8}" dt="2026-05-26T07:04:59.486" v="6" actId="478"/>
          <ac:spMkLst>
            <pc:docMk/>
            <pc:sldMk cId="0" sldId="256"/>
            <ac:spMk id="82" creationId="{00000000-0000-0000-0000-000000000000}"/>
          </ac:spMkLst>
        </pc:spChg>
        <pc:picChg chg="mod">
          <ac:chgData name="Brian Ma" userId="9f95c587-f699-4932-b625-8a66907ada6c" providerId="ADAL" clId="{2316202E-0519-4AE8-844E-FC2CD7F169B8}" dt="2026-05-26T07:09:21.543" v="57" actId="1076"/>
          <ac:picMkLst>
            <pc:docMk/>
            <pc:sldMk cId="0" sldId="256"/>
            <ac:picMk id="4" creationId="{D199E104-9CBD-9F68-1781-14EC2C3A7EB6}"/>
          </ac:picMkLst>
        </pc:picChg>
        <pc:picChg chg="mod">
          <ac:chgData name="Brian Ma" userId="9f95c587-f699-4932-b625-8a66907ada6c" providerId="ADAL" clId="{2316202E-0519-4AE8-844E-FC2CD7F169B8}" dt="2026-05-26T07:12:10.781" v="72" actId="1076"/>
          <ac:picMkLst>
            <pc:docMk/>
            <pc:sldMk cId="0" sldId="256"/>
            <ac:picMk id="5" creationId="{95D8ECB4-68CD-FB08-0403-136E38D823DC}"/>
          </ac:picMkLst>
        </pc:picChg>
        <pc:picChg chg="mod">
          <ac:chgData name="Brian Ma" userId="9f95c587-f699-4932-b625-8a66907ada6c" providerId="ADAL" clId="{2316202E-0519-4AE8-844E-FC2CD7F169B8}" dt="2026-05-26T07:12:10.781" v="72" actId="1076"/>
          <ac:picMkLst>
            <pc:docMk/>
            <pc:sldMk cId="0" sldId="256"/>
            <ac:picMk id="6" creationId="{F657A20F-1ED2-58AB-9088-88CDBC1E467B}"/>
          </ac:picMkLst>
        </pc:picChg>
        <pc:picChg chg="add del mod">
          <ac:chgData name="Brian Ma" userId="9f95c587-f699-4932-b625-8a66907ada6c" providerId="ADAL" clId="{2316202E-0519-4AE8-844E-FC2CD7F169B8}" dt="2026-05-26T07:08:11.844" v="38" actId="478"/>
          <ac:picMkLst>
            <pc:docMk/>
            <pc:sldMk cId="0" sldId="256"/>
            <ac:picMk id="15" creationId="{6E67B1C8-187A-A5AF-AE67-6AA558B34CAB}"/>
          </ac:picMkLst>
        </pc:picChg>
        <pc:picChg chg="mod">
          <ac:chgData name="Brian Ma" userId="9f95c587-f699-4932-b625-8a66907ada6c" providerId="ADAL" clId="{2316202E-0519-4AE8-844E-FC2CD7F169B8}" dt="2026-05-26T07:17:55.154" v="538" actId="207"/>
          <ac:picMkLst>
            <pc:docMk/>
            <pc:sldMk cId="0" sldId="256"/>
            <ac:picMk id="17" creationId="{79842F49-2109-79B7-D7A3-C9EEE42CE0D9}"/>
          </ac:picMkLst>
        </pc:picChg>
        <pc:picChg chg="add del mod">
          <ac:chgData name="Brian Ma" userId="9f95c587-f699-4932-b625-8a66907ada6c" providerId="ADAL" clId="{2316202E-0519-4AE8-844E-FC2CD7F169B8}" dt="2026-05-26T07:11:57.106" v="70" actId="478"/>
          <ac:picMkLst>
            <pc:docMk/>
            <pc:sldMk cId="0" sldId="256"/>
            <ac:picMk id="18" creationId="{B8B7FB09-B751-17B4-3F03-1E0B6EBE5E6D}"/>
          </ac:picMkLst>
        </pc:picChg>
        <pc:picChg chg="add del mod">
          <ac:chgData name="Brian Ma" userId="9f95c587-f699-4932-b625-8a66907ada6c" providerId="ADAL" clId="{2316202E-0519-4AE8-844E-FC2CD7F169B8}" dt="2026-05-26T07:11:55.216" v="69" actId="478"/>
          <ac:picMkLst>
            <pc:docMk/>
            <pc:sldMk cId="0" sldId="256"/>
            <ac:picMk id="20" creationId="{D6D3E3E5-BE2C-EE75-01A3-A9D1E63346DA}"/>
          </ac:picMkLst>
        </pc:picChg>
        <pc:picChg chg="add mod">
          <ac:chgData name="Brian Ma" userId="9f95c587-f699-4932-b625-8a66907ada6c" providerId="ADAL" clId="{2316202E-0519-4AE8-844E-FC2CD7F169B8}" dt="2026-05-26T07:18:07.460" v="539" actId="207"/>
          <ac:picMkLst>
            <pc:docMk/>
            <pc:sldMk cId="0" sldId="256"/>
            <ac:picMk id="24" creationId="{885408B5-5E51-CF84-81A0-42D16B89BC3C}"/>
          </ac:picMkLst>
        </pc:picChg>
        <pc:picChg chg="mod">
          <ac:chgData name="Brian Ma" userId="9f95c587-f699-4932-b625-8a66907ada6c" providerId="ADAL" clId="{2316202E-0519-4AE8-844E-FC2CD7F169B8}" dt="2026-05-26T07:17:55.154" v="538" actId="207"/>
          <ac:picMkLst>
            <pc:docMk/>
            <pc:sldMk cId="0" sldId="256"/>
            <ac:picMk id="61" creationId="{00000000-0000-0000-0000-000000000000}"/>
          </ac:picMkLst>
        </pc:picChg>
        <pc:picChg chg="mod">
          <ac:chgData name="Brian Ma" userId="9f95c587-f699-4932-b625-8a66907ada6c" providerId="ADAL" clId="{2316202E-0519-4AE8-844E-FC2CD7F169B8}" dt="2026-05-26T07:17:55.154" v="538" actId="207"/>
          <ac:picMkLst>
            <pc:docMk/>
            <pc:sldMk cId="0" sldId="256"/>
            <ac:picMk id="65" creationId="{00000000-0000-0000-0000-000000000000}"/>
          </ac:picMkLst>
        </pc:picChg>
        <pc:cxnChg chg="mod">
          <ac:chgData name="Brian Ma" userId="9f95c587-f699-4932-b625-8a66907ada6c" providerId="ADAL" clId="{2316202E-0519-4AE8-844E-FC2CD7F169B8}" dt="2026-05-26T07:16:55.173" v="534" actId="14100"/>
          <ac:cxnSpMkLst>
            <pc:docMk/>
            <pc:sldMk cId="0" sldId="256"/>
            <ac:cxnSpMk id="3" creationId="{219CE1AC-EA4A-9664-E878-0AB42C72AD74}"/>
          </ac:cxnSpMkLst>
        </pc:cxnChg>
        <pc:cxnChg chg="add mod">
          <ac:chgData name="Brian Ma" userId="9f95c587-f699-4932-b625-8a66907ada6c" providerId="ADAL" clId="{2316202E-0519-4AE8-844E-FC2CD7F169B8}" dt="2026-05-26T07:07:09.697" v="30" actId="13822"/>
          <ac:cxnSpMkLst>
            <pc:docMk/>
            <pc:sldMk cId="0" sldId="256"/>
            <ac:cxnSpMk id="9" creationId="{343226FE-5076-FB69-4C68-EB234D2E5CB3}"/>
          </ac:cxnSpMkLst>
        </pc:cxnChg>
        <pc:cxnChg chg="mod">
          <ac:chgData name="Brian Ma" userId="9f95c587-f699-4932-b625-8a66907ada6c" providerId="ADAL" clId="{2316202E-0519-4AE8-844E-FC2CD7F169B8}" dt="2026-05-26T07:16:50.221" v="533" actId="14100"/>
          <ac:cxnSpMkLst>
            <pc:docMk/>
            <pc:sldMk cId="0" sldId="256"/>
            <ac:cxnSpMk id="72" creationId="{00000000-0000-0000-0000-000000000000}"/>
          </ac:cxnSpMkLst>
        </pc:cxnChg>
        <pc:cxnChg chg="mod">
          <ac:chgData name="Brian Ma" userId="9f95c587-f699-4932-b625-8a66907ada6c" providerId="ADAL" clId="{2316202E-0519-4AE8-844E-FC2CD7F169B8}" dt="2026-05-26T07:17:11.332" v="536" actId="14100"/>
          <ac:cxnSpMkLst>
            <pc:docMk/>
            <pc:sldMk cId="0" sldId="256"/>
            <ac:cxnSpMk id="73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8368" y="685800"/>
            <a:ext cx="2421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538dbc7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538dbc7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8956" y="4382765"/>
            <a:ext cx="19926300" cy="12081900"/>
          </a:xfrm>
          <a:prstGeom prst="rect">
            <a:avLst/>
          </a:prstGeom>
        </p:spPr>
        <p:txBody>
          <a:bodyPr spcFirstLastPara="1" wrap="square" lIns="321825" tIns="321825" rIns="321825" bIns="3218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8936" y="16682409"/>
            <a:ext cx="19926300" cy="4665300"/>
          </a:xfrm>
          <a:prstGeom prst="rect">
            <a:avLst/>
          </a:prstGeom>
        </p:spPr>
        <p:txBody>
          <a:bodyPr spcFirstLastPara="1" wrap="square" lIns="321825" tIns="321825" rIns="321825" bIns="3218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8936" y="12660471"/>
            <a:ext cx="19926300" cy="49551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700"/>
              <a:buNone/>
              <a:defRPr sz="127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8936" y="2619535"/>
            <a:ext cx="19926300" cy="3371100"/>
          </a:xfrm>
          <a:prstGeom prst="rect">
            <a:avLst/>
          </a:prstGeom>
        </p:spPr>
        <p:txBody>
          <a:bodyPr spcFirstLastPara="1" wrap="square" lIns="321825" tIns="321825" rIns="321825" bIns="3218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8936" y="6783772"/>
            <a:ext cx="19926300" cy="20109600"/>
          </a:xfrm>
          <a:prstGeom prst="rect">
            <a:avLst/>
          </a:prstGeom>
        </p:spPr>
        <p:txBody>
          <a:bodyPr spcFirstLastPara="1" wrap="square" lIns="321825" tIns="321825" rIns="321825" bIns="321825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/>
            </a:lvl1pPr>
            <a:lvl2pPr marL="914400" lvl="1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2pPr>
            <a:lvl3pPr marL="1371600" lvl="2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3pPr>
            <a:lvl4pPr marL="1828800" lvl="3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4pPr>
            <a:lvl5pPr marL="2286000" lvl="4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5pPr>
            <a:lvl6pPr marL="2743200" lvl="5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6pPr>
            <a:lvl7pPr marL="3200400" lvl="6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7pPr>
            <a:lvl8pPr marL="3657600" lvl="7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8pPr>
            <a:lvl9pPr marL="4114800" lvl="8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28936" y="2619535"/>
            <a:ext cx="19926300" cy="3371100"/>
          </a:xfrm>
          <a:prstGeom prst="rect">
            <a:avLst/>
          </a:prstGeom>
        </p:spPr>
        <p:txBody>
          <a:bodyPr spcFirstLastPara="1" wrap="square" lIns="321825" tIns="321825" rIns="321825" bIns="3218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28936" y="6783772"/>
            <a:ext cx="9354300" cy="20109600"/>
          </a:xfrm>
          <a:prstGeom prst="rect">
            <a:avLst/>
          </a:prstGeom>
        </p:spPr>
        <p:txBody>
          <a:bodyPr spcFirstLastPara="1" wrap="square" lIns="321825" tIns="321825" rIns="321825" bIns="321825" anchor="t" anchorCtr="0">
            <a:normAutofit/>
          </a:bodyPr>
          <a:lstStyle>
            <a:lvl1pPr marL="457200" lvl="0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 sz="5000"/>
            </a:lvl1pPr>
            <a:lvl2pPr marL="914400" lvl="1" indent="-4953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marL="1371600" lvl="2" indent="-4953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marL="1828800" lvl="3" indent="-4953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marL="2286000" lvl="4" indent="-4953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marL="2743200" lvl="5" indent="-4953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marL="3200400" lvl="6" indent="-4953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marL="3657600" lvl="7" indent="-4953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marL="4114800" lvl="8" indent="-4953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300967" y="6783772"/>
            <a:ext cx="9354300" cy="20109600"/>
          </a:xfrm>
          <a:prstGeom prst="rect">
            <a:avLst/>
          </a:prstGeom>
        </p:spPr>
        <p:txBody>
          <a:bodyPr spcFirstLastPara="1" wrap="square" lIns="321825" tIns="321825" rIns="321825" bIns="321825" anchor="t" anchorCtr="0">
            <a:normAutofit/>
          </a:bodyPr>
          <a:lstStyle>
            <a:lvl1pPr marL="457200" lvl="0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 sz="5000"/>
            </a:lvl1pPr>
            <a:lvl2pPr marL="914400" lvl="1" indent="-4953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marL="1371600" lvl="2" indent="-4953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marL="1828800" lvl="3" indent="-4953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marL="2286000" lvl="4" indent="-4953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marL="2743200" lvl="5" indent="-4953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marL="3200400" lvl="6" indent="-4953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marL="3657600" lvl="7" indent="-4953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marL="4114800" lvl="8" indent="-4953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28936" y="2619535"/>
            <a:ext cx="19926300" cy="3371100"/>
          </a:xfrm>
          <a:prstGeom prst="rect">
            <a:avLst/>
          </a:prstGeom>
        </p:spPr>
        <p:txBody>
          <a:bodyPr spcFirstLastPara="1" wrap="square" lIns="321825" tIns="321825" rIns="321825" bIns="3218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28936" y="3270408"/>
            <a:ext cx="6566700" cy="4448400"/>
          </a:xfrm>
          <a:prstGeom prst="rect">
            <a:avLst/>
          </a:prstGeom>
        </p:spPr>
        <p:txBody>
          <a:bodyPr spcFirstLastPara="1" wrap="square" lIns="321825" tIns="321825" rIns="321825" bIns="3218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28936" y="8179553"/>
            <a:ext cx="6566700" cy="18714900"/>
          </a:xfrm>
          <a:prstGeom prst="rect">
            <a:avLst/>
          </a:prstGeom>
        </p:spPr>
        <p:txBody>
          <a:bodyPr spcFirstLastPara="1" wrap="square" lIns="321825" tIns="321825" rIns="321825" bIns="321825" anchor="t" anchorCtr="0">
            <a:normAutofit/>
          </a:bodyPr>
          <a:lstStyle>
            <a:lvl1pPr marL="457200" lvl="0" indent="-4953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marL="914400" lvl="1" indent="-4953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marL="1371600" lvl="2" indent="-4953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marL="1828800" lvl="3" indent="-4953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marL="2286000" lvl="4" indent="-4953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marL="2743200" lvl="5" indent="-4953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marL="3200400" lvl="6" indent="-495300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marL="3657600" lvl="7" indent="-495300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marL="4114800" lvl="8" indent="-495300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46490" y="2649702"/>
            <a:ext cx="14891700" cy="240795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1pPr>
            <a:lvl2pPr lvl="1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2pPr>
            <a:lvl3pPr lvl="2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3pPr>
            <a:lvl4pPr lvl="3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4pPr>
            <a:lvl5pPr lvl="4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5pPr>
            <a:lvl6pPr lvl="5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6pPr>
            <a:lvl7pPr lvl="6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7pPr>
            <a:lvl8pPr lvl="7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8pPr>
            <a:lvl9pPr lvl="8">
              <a:spcBef>
                <a:spcPts val="0"/>
              </a:spcBef>
              <a:spcAft>
                <a:spcPts val="0"/>
              </a:spcAft>
              <a:buSzPts val="16800"/>
              <a:buNone/>
              <a:defRPr sz="16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692000" y="-736"/>
            <a:ext cx="10692000" cy="302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321825" tIns="321825" rIns="321825" bIns="321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0894" y="7258794"/>
            <a:ext cx="9459900" cy="8725200"/>
          </a:xfrm>
          <a:prstGeom prst="rect">
            <a:avLst/>
          </a:prstGeom>
        </p:spPr>
        <p:txBody>
          <a:bodyPr spcFirstLastPara="1" wrap="square" lIns="321825" tIns="321825" rIns="321825" bIns="3218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20894" y="16499640"/>
            <a:ext cx="9459900" cy="7269900"/>
          </a:xfrm>
          <a:prstGeom prst="rect">
            <a:avLst/>
          </a:prstGeom>
        </p:spPr>
        <p:txBody>
          <a:bodyPr spcFirstLastPara="1" wrap="square" lIns="321825" tIns="321825" rIns="321825" bIns="3218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551429" y="4262097"/>
            <a:ext cx="8973300" cy="217506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/>
            </a:lvl1pPr>
            <a:lvl2pPr marL="914400" lvl="1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2pPr>
            <a:lvl3pPr marL="1371600" lvl="2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3pPr>
            <a:lvl4pPr marL="1828800" lvl="3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4pPr>
            <a:lvl5pPr marL="2286000" lvl="4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5pPr>
            <a:lvl6pPr marL="2743200" lvl="5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6pPr>
            <a:lvl7pPr marL="3200400" lvl="6" indent="-546100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7pPr>
            <a:lvl8pPr marL="3657600" lvl="7" indent="-546100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8pPr>
            <a:lvl9pPr marL="4114800" lvl="8" indent="-546100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28936" y="24902282"/>
            <a:ext cx="14028600" cy="3561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28936" y="6510944"/>
            <a:ext cx="19926300" cy="11557800"/>
          </a:xfrm>
          <a:prstGeom prst="rect">
            <a:avLst/>
          </a:prstGeom>
        </p:spPr>
        <p:txBody>
          <a:bodyPr spcFirstLastPara="1" wrap="square" lIns="321825" tIns="321825" rIns="321825" bIns="3218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300"/>
              <a:buNone/>
              <a:defRPr sz="423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28936" y="18554829"/>
            <a:ext cx="19926300" cy="7656900"/>
          </a:xfrm>
          <a:prstGeom prst="rect">
            <a:avLst/>
          </a:prstGeom>
        </p:spPr>
        <p:txBody>
          <a:bodyPr spcFirstLastPara="1" wrap="square" lIns="321825" tIns="321825" rIns="321825" bIns="321825" anchor="t" anchorCtr="0">
            <a:normAutofit/>
          </a:bodyPr>
          <a:lstStyle>
            <a:lvl1pPr marL="457200" lvl="0" indent="-635000" algn="ctr">
              <a:spcBef>
                <a:spcPts val="0"/>
              </a:spcBef>
              <a:spcAft>
                <a:spcPts val="0"/>
              </a:spcAft>
              <a:buSzPts val="6400"/>
              <a:buChar char="●"/>
              <a:defRPr/>
            </a:lvl1pPr>
            <a:lvl2pPr marL="914400" lvl="1" indent="-546100" algn="ctr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2pPr>
            <a:lvl3pPr marL="1371600" lvl="2" indent="-546100" algn="ctr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3pPr>
            <a:lvl4pPr marL="1828800" lvl="3" indent="-546100" algn="ctr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4pPr>
            <a:lvl5pPr marL="2286000" lvl="4" indent="-546100" algn="ctr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5pPr>
            <a:lvl6pPr marL="2743200" lvl="5" indent="-546100" algn="ctr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6pPr>
            <a:lvl7pPr marL="3200400" lvl="6" indent="-546100" algn="ctr">
              <a:spcBef>
                <a:spcPts val="0"/>
              </a:spcBef>
              <a:spcAft>
                <a:spcPts val="0"/>
              </a:spcAft>
              <a:buSzPts val="5000"/>
              <a:buChar char="●"/>
              <a:defRPr/>
            </a:lvl7pPr>
            <a:lvl8pPr marL="3657600" lvl="7" indent="-546100" algn="ctr">
              <a:spcBef>
                <a:spcPts val="0"/>
              </a:spcBef>
              <a:spcAft>
                <a:spcPts val="0"/>
              </a:spcAft>
              <a:buSzPts val="5000"/>
              <a:buChar char="○"/>
              <a:defRPr/>
            </a:lvl8pPr>
            <a:lvl9pPr marL="4114800" lvl="8" indent="-546100" algn="ctr">
              <a:spcBef>
                <a:spcPts val="0"/>
              </a:spcBef>
              <a:spcAft>
                <a:spcPts val="0"/>
              </a:spcAft>
              <a:buSzPts val="5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8936" y="2619535"/>
            <a:ext cx="199263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1825" tIns="321825" rIns="321825" bIns="3218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sz="9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sz="9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sz="9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sz="9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sz="9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sz="9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sz="9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sz="9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sz="9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8936" y="6783772"/>
            <a:ext cx="19926300" cy="201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1825" tIns="321825" rIns="321825" bIns="321825" anchor="t" anchorCtr="0">
            <a:normAutofit/>
          </a:bodyPr>
          <a:lstStyle>
            <a:lvl1pPr marL="457200" lvl="0" indent="-635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Char char="●"/>
              <a:defRPr sz="6400">
                <a:solidFill>
                  <a:schemeClr val="dk2"/>
                </a:solidFill>
              </a:defRPr>
            </a:lvl1pPr>
            <a:lvl2pPr marL="914400" lvl="1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○"/>
              <a:defRPr sz="5000">
                <a:solidFill>
                  <a:schemeClr val="dk2"/>
                </a:solidFill>
              </a:defRPr>
            </a:lvl2pPr>
            <a:lvl3pPr marL="1371600" lvl="2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■"/>
              <a:defRPr sz="5000">
                <a:solidFill>
                  <a:schemeClr val="dk2"/>
                </a:solidFill>
              </a:defRPr>
            </a:lvl3pPr>
            <a:lvl4pPr marL="1828800" lvl="3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●"/>
              <a:defRPr sz="5000">
                <a:solidFill>
                  <a:schemeClr val="dk2"/>
                </a:solidFill>
              </a:defRPr>
            </a:lvl4pPr>
            <a:lvl5pPr marL="2286000" lvl="4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○"/>
              <a:defRPr sz="5000">
                <a:solidFill>
                  <a:schemeClr val="dk2"/>
                </a:solidFill>
              </a:defRPr>
            </a:lvl5pPr>
            <a:lvl6pPr marL="2743200" lvl="5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■"/>
              <a:defRPr sz="5000">
                <a:solidFill>
                  <a:schemeClr val="dk2"/>
                </a:solidFill>
              </a:defRPr>
            </a:lvl6pPr>
            <a:lvl7pPr marL="3200400" lvl="6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●"/>
              <a:defRPr sz="5000">
                <a:solidFill>
                  <a:schemeClr val="dk2"/>
                </a:solidFill>
              </a:defRPr>
            </a:lvl7pPr>
            <a:lvl8pPr marL="3657600" lvl="7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○"/>
              <a:defRPr sz="5000">
                <a:solidFill>
                  <a:schemeClr val="dk2"/>
                </a:solidFill>
              </a:defRPr>
            </a:lvl8pPr>
            <a:lvl9pPr marL="4114800" lvl="8" indent="-546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Char char="■"/>
              <a:defRPr sz="5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9813543" y="27448926"/>
            <a:ext cx="1283100" cy="23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1825" tIns="321825" rIns="321825" bIns="321825" anchor="ctr" anchorCtr="0">
            <a:normAutofit/>
          </a:bodyPr>
          <a:lstStyle>
            <a:lvl1pPr lvl="0" algn="r">
              <a:buNone/>
              <a:defRPr sz="3500">
                <a:solidFill>
                  <a:schemeClr val="dk2"/>
                </a:solidFill>
              </a:defRPr>
            </a:lvl1pPr>
            <a:lvl2pPr lvl="1" algn="r">
              <a:buNone/>
              <a:defRPr sz="3500">
                <a:solidFill>
                  <a:schemeClr val="dk2"/>
                </a:solidFill>
              </a:defRPr>
            </a:lvl2pPr>
            <a:lvl3pPr lvl="2" algn="r">
              <a:buNone/>
              <a:defRPr sz="3500">
                <a:solidFill>
                  <a:schemeClr val="dk2"/>
                </a:solidFill>
              </a:defRPr>
            </a:lvl3pPr>
            <a:lvl4pPr lvl="3" algn="r">
              <a:buNone/>
              <a:defRPr sz="3500">
                <a:solidFill>
                  <a:schemeClr val="dk2"/>
                </a:solidFill>
              </a:defRPr>
            </a:lvl4pPr>
            <a:lvl5pPr lvl="4" algn="r">
              <a:buNone/>
              <a:defRPr sz="3500">
                <a:solidFill>
                  <a:schemeClr val="dk2"/>
                </a:solidFill>
              </a:defRPr>
            </a:lvl5pPr>
            <a:lvl6pPr lvl="5" algn="r">
              <a:buNone/>
              <a:defRPr sz="3500">
                <a:solidFill>
                  <a:schemeClr val="dk2"/>
                </a:solidFill>
              </a:defRPr>
            </a:lvl6pPr>
            <a:lvl7pPr lvl="6" algn="r">
              <a:buNone/>
              <a:defRPr sz="3500">
                <a:solidFill>
                  <a:schemeClr val="dk2"/>
                </a:solidFill>
              </a:defRPr>
            </a:lvl7pPr>
            <a:lvl8pPr lvl="7" algn="r">
              <a:buNone/>
              <a:defRPr sz="3500">
                <a:solidFill>
                  <a:schemeClr val="dk2"/>
                </a:solidFill>
              </a:defRPr>
            </a:lvl8pPr>
            <a:lvl9pPr lvl="8" algn="r">
              <a:buNone/>
              <a:defRPr sz="35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https://www.waterlinked.com/shop/category/underwater-gps-2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2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492609" y="4277703"/>
            <a:ext cx="9729300" cy="635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350" tIns="129350" rIns="129350" bIns="1293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 b="1" dirty="0">
                <a:solidFill>
                  <a:srgbClr val="DAD9CC"/>
                </a:solidFill>
              </a:rPr>
              <a:t> 		</a:t>
            </a:r>
            <a:r>
              <a:rPr lang="en" sz="5100" b="1" dirty="0">
                <a:solidFill>
                  <a:schemeClr val="bg1">
                    <a:lumMod val="50000"/>
                  </a:schemeClr>
                </a:solidFill>
              </a:rPr>
              <a:t>The problem</a:t>
            </a:r>
            <a:endParaRPr sz="5100" b="1" dirty="0">
              <a:solidFill>
                <a:schemeClr val="bg1">
                  <a:lumMod val="50000"/>
                </a:schemeClr>
              </a:solidFill>
            </a:endParaRPr>
          </a:p>
          <a:p>
            <a:pPr marL="647700" lvl="0" indent="-571500">
              <a:lnSpc>
                <a:spcPct val="115000"/>
              </a:lnSpc>
              <a:buClr>
                <a:srgbClr val="DAD9CC"/>
              </a:buClr>
              <a:buSzPts val="3800"/>
              <a:buChar char="-"/>
            </a:pPr>
            <a:r>
              <a:rPr lang="en-AU" sz="3800" b="1" dirty="0">
                <a:solidFill>
                  <a:schemeClr val="bg1">
                    <a:lumMod val="50000"/>
                  </a:schemeClr>
                </a:solidFill>
              </a:rPr>
              <a:t>Localization of an underwater vehicle can cost at least 10k dollar using the Commercial Short Baseline (SBL) localization systems [1]. Such systems requires establishing a network of transponders where their locations are pre-surveyed. The major cost of localization system comes from the surveying process.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10838253" y="4278989"/>
            <a:ext cx="10662000" cy="77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350" tIns="129350" rIns="129350" bIns="129350" anchor="t" anchorCtr="0">
            <a:noAutofit/>
          </a:bodyPr>
          <a:lstStyle/>
          <a:p>
            <a:pPr marL="647700" lvl="0" indent="647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 b="1" dirty="0">
                <a:solidFill>
                  <a:schemeClr val="bg1">
                    <a:lumMod val="50000"/>
                  </a:schemeClr>
                </a:solidFill>
              </a:rPr>
              <a:t>Our solution</a:t>
            </a:r>
            <a:endParaRPr sz="3800" b="1" dirty="0">
              <a:solidFill>
                <a:schemeClr val="bg1">
                  <a:lumMod val="50000"/>
                </a:schemeClr>
              </a:solidFill>
            </a:endParaRPr>
          </a:p>
          <a:p>
            <a:pPr marL="647700" lvl="0" indent="-571500">
              <a:lnSpc>
                <a:spcPct val="115000"/>
              </a:lnSpc>
              <a:buClr>
                <a:srgbClr val="DAD9CC"/>
              </a:buClr>
              <a:buSzPts val="3800"/>
              <a:buChar char="-"/>
            </a:pPr>
            <a:r>
              <a:rPr lang="en" sz="3800" b="1" dirty="0">
                <a:solidFill>
                  <a:schemeClr val="bg1">
                    <a:lumMod val="50000"/>
                  </a:schemeClr>
                </a:solidFill>
              </a:rPr>
              <a:t>Our SLAM system only cost around 1k dollar assuming 5 beacons are used in the SLAM. It provides an accuracy similar to USBL systems (less than 1 cm error), and uses an EqF to further enhance the accuracy and robustness comparing to EKF. </a:t>
            </a:r>
          </a:p>
          <a:p>
            <a:pPr marL="647700" lvl="0" indent="-571500">
              <a:lnSpc>
                <a:spcPct val="115000"/>
              </a:lnSpc>
              <a:buClr>
                <a:srgbClr val="DAD9CC"/>
              </a:buClr>
              <a:buSzPts val="3800"/>
              <a:buChar char="-"/>
            </a:pPr>
            <a:r>
              <a:rPr lang="en" sz="3800" b="1" dirty="0">
                <a:solidFill>
                  <a:schemeClr val="bg1">
                    <a:lumMod val="50000"/>
                  </a:schemeClr>
                </a:solidFill>
              </a:rPr>
              <a:t>EqF with </a:t>
            </a:r>
            <a:r>
              <a:rPr lang="en-US" sz="3800" b="1" dirty="0">
                <a:solidFill>
                  <a:schemeClr val="bg1">
                    <a:lumMod val="50000"/>
                  </a:schemeClr>
                </a:solidFill>
              </a:rPr>
              <a:t>Scaled orthogonal transformations </a:t>
            </a:r>
            <a:r>
              <a:rPr lang="en" sz="3800" b="1" dirty="0">
                <a:solidFill>
                  <a:schemeClr val="bg1">
                    <a:lumMod val="50000"/>
                  </a:schemeClr>
                </a:solidFill>
              </a:rPr>
              <a:t>SOT(3) works perfect for beacon range measurements because it </a:t>
            </a:r>
            <a:r>
              <a:rPr lang="en-US" sz="3800" b="1" dirty="0">
                <a:solidFill>
                  <a:schemeClr val="bg1">
                    <a:lumMod val="50000"/>
                  </a:schemeClr>
                </a:solidFill>
              </a:rPr>
              <a:t>decouples the bearing information which is highly uncertain and depth information which is very accurate.</a:t>
            </a:r>
            <a:endParaRPr sz="3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6528" y="14007941"/>
            <a:ext cx="9729367" cy="4864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30836" y="22673958"/>
            <a:ext cx="724680" cy="72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77400" y="633282"/>
            <a:ext cx="3286941" cy="112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92000" y="4340671"/>
            <a:ext cx="869007" cy="868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025199" y="25441013"/>
            <a:ext cx="411274" cy="41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025199" y="23978696"/>
            <a:ext cx="411274" cy="41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034226" y="27432070"/>
            <a:ext cx="411274" cy="41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6261" y="4412893"/>
            <a:ext cx="724751" cy="72472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2453557" y="806341"/>
            <a:ext cx="16531800" cy="24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350" tIns="129350" rIns="129350" bIns="1293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 dirty="0">
                <a:solidFill>
                  <a:schemeClr val="tx1"/>
                </a:solidFill>
              </a:rPr>
              <a:t>Underwater SLAM system with 					       equivariant (EqF) filter</a:t>
            </a:r>
            <a:endParaRPr sz="7200" b="1" dirty="0">
              <a:solidFill>
                <a:schemeClr val="tx1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7819011" y="1973309"/>
            <a:ext cx="2970661" cy="136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350" tIns="129350" rIns="129350" bIns="129350" anchor="t" anchorCtr="0">
            <a:noAutofit/>
          </a:bodyPr>
          <a:lstStyle/>
          <a:p>
            <a:pPr algn="ctr"/>
            <a:r>
              <a:rPr lang="en" sz="2300" b="1" dirty="0">
                <a:solidFill>
                  <a:srgbClr val="4B545C"/>
                </a:solidFill>
              </a:rPr>
              <a:t>Brian Ma,</a:t>
            </a:r>
          </a:p>
          <a:p>
            <a:pPr lvl="0" algn="ctr"/>
            <a:r>
              <a:rPr lang="en" sz="2300" b="1" dirty="0">
                <a:solidFill>
                  <a:srgbClr val="4B545C"/>
                </a:solidFill>
              </a:rPr>
              <a:t>Shawn Ge,</a:t>
            </a:r>
          </a:p>
          <a:p>
            <a:pPr algn="ctr"/>
            <a:r>
              <a:rPr lang="en" sz="2300" b="1" dirty="0">
                <a:solidFill>
                  <a:srgbClr val="4B545C"/>
                </a:solidFill>
              </a:rPr>
              <a:t>Robert Mahony,</a:t>
            </a:r>
          </a:p>
          <a:p>
            <a:pPr lvl="0" algn="ctr"/>
            <a:endParaRPr sz="2300" b="1" dirty="0">
              <a:solidFill>
                <a:srgbClr val="4B545C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3255768" y="22478273"/>
            <a:ext cx="56901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350" tIns="129350" rIns="129350" bIns="1293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5100" b="1" dirty="0">
                <a:solidFill>
                  <a:srgbClr val="D9DACC"/>
                </a:solidFill>
              </a:rPr>
              <a:t>Project Roadmap</a:t>
            </a:r>
            <a:endParaRPr sz="3800" b="1" dirty="0">
              <a:solidFill>
                <a:srgbClr val="D9DAC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3800" b="1" dirty="0">
              <a:solidFill>
                <a:srgbClr val="DAD9CC"/>
              </a:solidFill>
            </a:endParaRPr>
          </a:p>
        </p:txBody>
      </p:sp>
      <p:cxnSp>
        <p:nvCxnSpPr>
          <p:cNvPr id="72" name="Google Shape;72;p13"/>
          <p:cNvCxnSpPr>
            <a:cxnSpLocks/>
          </p:cNvCxnSpPr>
          <p:nvPr/>
        </p:nvCxnSpPr>
        <p:spPr>
          <a:xfrm flipV="1">
            <a:off x="10281979" y="14019651"/>
            <a:ext cx="11173615" cy="21905"/>
          </a:xfrm>
          <a:prstGeom prst="straightConnector1">
            <a:avLst/>
          </a:prstGeom>
          <a:noFill/>
          <a:ln w="9525" cap="flat" cmpd="sng">
            <a:solidFill>
              <a:srgbClr val="DAD9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73;p13"/>
          <p:cNvCxnSpPr>
            <a:cxnSpLocks/>
          </p:cNvCxnSpPr>
          <p:nvPr/>
        </p:nvCxnSpPr>
        <p:spPr>
          <a:xfrm flipH="1" flipV="1">
            <a:off x="10267468" y="3649311"/>
            <a:ext cx="14511" cy="14821688"/>
          </a:xfrm>
          <a:prstGeom prst="straightConnector1">
            <a:avLst/>
          </a:prstGeom>
          <a:noFill/>
          <a:ln w="9525" cap="flat" cmpd="sng">
            <a:solidFill>
              <a:srgbClr val="DA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3"/>
          <p:cNvSpPr/>
          <p:nvPr/>
        </p:nvSpPr>
        <p:spPr>
          <a:xfrm>
            <a:off x="10267468" y="12166133"/>
            <a:ext cx="276600" cy="725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DAD9CC"/>
          </a:solidFill>
          <a:ln w="9525" cap="flat" cmpd="sng">
            <a:solidFill>
              <a:srgbClr val="DA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9350" tIns="129350" rIns="129350" bIns="129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7" name="Google Shape;77;p13"/>
          <p:cNvSpPr/>
          <p:nvPr/>
        </p:nvSpPr>
        <p:spPr>
          <a:xfrm rot="5400000">
            <a:off x="8409362" y="11209126"/>
            <a:ext cx="276900" cy="7248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DAD9CC"/>
          </a:solidFill>
          <a:ln w="9525" cap="flat" cmpd="sng">
            <a:solidFill>
              <a:srgbClr val="DA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9350" tIns="129350" rIns="129350" bIns="129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8" name="Google Shape;78;p13"/>
          <p:cNvSpPr txBox="1"/>
          <p:nvPr/>
        </p:nvSpPr>
        <p:spPr>
          <a:xfrm>
            <a:off x="21509719" y="23558307"/>
            <a:ext cx="15974110" cy="90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350" tIns="129350" rIns="129350" bIns="129350" anchor="t" anchorCtr="0">
            <a:noAutofit/>
          </a:bodyPr>
          <a:lstStyle/>
          <a:p>
            <a:pPr marL="0" lvl="0" indent="647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5100" b="1" dirty="0">
                <a:solidFill>
                  <a:srgbClr val="D9DACC"/>
                </a:solidFill>
              </a:rPr>
              <a:t>  </a:t>
            </a:r>
            <a:r>
              <a:rPr lang="en" sz="3800" b="1" dirty="0">
                <a:solidFill>
                  <a:srgbClr val="D9DACC"/>
                </a:solidFill>
              </a:rPr>
              <a:t>Phase 1: Design equivariant filter for SOT(3).</a:t>
            </a:r>
            <a:endParaRPr sz="3800" b="1" dirty="0">
              <a:solidFill>
                <a:srgbClr val="D9DACC"/>
              </a:solidFill>
            </a:endParaRPr>
          </a:p>
          <a:p>
            <a:pPr marL="647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3800" b="1" dirty="0">
                <a:solidFill>
                  <a:srgbClr val="D9DACC"/>
                </a:solidFill>
              </a:rPr>
              <a:t>   </a:t>
            </a:r>
          </a:p>
          <a:p>
            <a:pPr marL="647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3800" b="1" dirty="0">
                <a:solidFill>
                  <a:srgbClr val="D9DACC"/>
                </a:solidFill>
              </a:rPr>
              <a:t>   Phase 2: Design, implement and test communication protocol</a:t>
            </a:r>
          </a:p>
          <a:p>
            <a:pPr marL="647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3800" b="1" dirty="0">
                <a:solidFill>
                  <a:srgbClr val="D9DACC"/>
                </a:solidFill>
              </a:rPr>
              <a:t>			   with beacons.</a:t>
            </a:r>
            <a:endParaRPr sz="3800" b="1" dirty="0">
              <a:solidFill>
                <a:srgbClr val="D9DACC"/>
              </a:solidFill>
            </a:endParaRPr>
          </a:p>
          <a:p>
            <a:pPr marL="0" lvl="0" indent="647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3800" b="1" dirty="0">
                <a:solidFill>
                  <a:srgbClr val="D9DACC"/>
                </a:solidFill>
              </a:rPr>
              <a:t>   </a:t>
            </a:r>
          </a:p>
          <a:p>
            <a:pPr marL="0" lvl="0" indent="647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3800" b="1" dirty="0">
                <a:solidFill>
                  <a:srgbClr val="D9DACC"/>
                </a:solidFill>
              </a:rPr>
              <a:t>	 Phase 3: Collect range data with rover and our </a:t>
            </a:r>
          </a:p>
          <a:p>
            <a:pPr marL="0" lvl="0" indent="647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3800" b="1" dirty="0">
                <a:solidFill>
                  <a:srgbClr val="D9DACC"/>
                </a:solidFill>
              </a:rPr>
              <a:t>			   beacons in a lake and apply equivariant </a:t>
            </a:r>
          </a:p>
          <a:p>
            <a:pPr marL="0" lvl="0" indent="647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3800" b="1" dirty="0">
                <a:solidFill>
                  <a:srgbClr val="D9DACC"/>
                </a:solidFill>
              </a:rPr>
              <a:t>			   filter on the ranging data.</a:t>
            </a:r>
            <a:endParaRPr sz="3800" b="1" dirty="0">
              <a:solidFill>
                <a:srgbClr val="D9DAC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3800" b="1" dirty="0">
              <a:solidFill>
                <a:srgbClr val="DAD9CC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99E104-9CBD-9F68-1781-14EC2C3A7E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348" y="18872660"/>
            <a:ext cx="9856561" cy="84075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D8ECB4-68CD-FB08-0403-136E38D823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6924" y="23530800"/>
            <a:ext cx="10769407" cy="45913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57A20F-1ED2-58AB-9088-88CDBC1E467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41687" y="18984959"/>
            <a:ext cx="10777599" cy="4581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9B90F1-A83C-0C46-CFA5-C348905D1F1E}"/>
              </a:ext>
            </a:extLst>
          </p:cNvPr>
          <p:cNvSpPr txBox="1"/>
          <p:nvPr/>
        </p:nvSpPr>
        <p:spPr>
          <a:xfrm>
            <a:off x="15029402" y="19780445"/>
            <a:ext cx="18285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416E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60033-5503-FC89-B4E7-7D2AC78141AB}"/>
              </a:ext>
            </a:extLst>
          </p:cNvPr>
          <p:cNvSpPr txBox="1"/>
          <p:nvPr/>
        </p:nvSpPr>
        <p:spPr>
          <a:xfrm>
            <a:off x="14882271" y="24718456"/>
            <a:ext cx="17787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4DB8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EqF</a:t>
            </a:r>
          </a:p>
        </p:txBody>
      </p:sp>
      <p:sp>
        <p:nvSpPr>
          <p:cNvPr id="2" name="Google Shape;56;p13">
            <a:extLst>
              <a:ext uri="{FF2B5EF4-FFF2-40B4-BE49-F238E27FC236}">
                <a16:creationId xmlns:a16="http://schemas.microsoft.com/office/drawing/2014/main" id="{39604711-251A-0D7E-1419-FDF8DEC32A6A}"/>
              </a:ext>
            </a:extLst>
          </p:cNvPr>
          <p:cNvSpPr txBox="1"/>
          <p:nvPr/>
        </p:nvSpPr>
        <p:spPr>
          <a:xfrm>
            <a:off x="432453" y="11657362"/>
            <a:ext cx="9729300" cy="648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350" tIns="129350" rIns="129350" bIns="1293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 b="1" dirty="0">
                <a:solidFill>
                  <a:srgbClr val="DAD9CC"/>
                </a:solidFill>
              </a:rPr>
              <a:t> 		</a:t>
            </a:r>
            <a:r>
              <a:rPr lang="en" sz="5100" b="1" dirty="0">
                <a:solidFill>
                  <a:schemeClr val="bg1">
                    <a:lumMod val="50000"/>
                  </a:schemeClr>
                </a:solidFill>
              </a:rPr>
              <a:t>The Challege</a:t>
            </a:r>
            <a:endParaRPr sz="5100" b="1" dirty="0">
              <a:solidFill>
                <a:schemeClr val="bg1">
                  <a:lumMod val="50000"/>
                </a:schemeClr>
              </a:solidFill>
            </a:endParaRPr>
          </a:p>
          <a:p>
            <a:pPr marL="647700" lvl="0" indent="-571500">
              <a:lnSpc>
                <a:spcPct val="115000"/>
              </a:lnSpc>
              <a:buClr>
                <a:srgbClr val="DAD9CC"/>
              </a:buClr>
              <a:buSzPts val="3800"/>
              <a:buChar char="-"/>
            </a:pPr>
            <a:r>
              <a:rPr lang="en" sz="3800" b="1" dirty="0">
                <a:solidFill>
                  <a:schemeClr val="bg1">
                    <a:lumMod val="50000"/>
                  </a:schemeClr>
                </a:solidFill>
              </a:rPr>
              <a:t>Ulternatively, </a:t>
            </a:r>
            <a:r>
              <a:rPr lang="en-AU" sz="3800" b="1" dirty="0">
                <a:solidFill>
                  <a:schemeClr val="bg1">
                    <a:lumMod val="50000"/>
                  </a:schemeClr>
                </a:solidFill>
              </a:rPr>
              <a:t>simultaneous Localization and Mapping (</a:t>
            </a:r>
            <a:r>
              <a:rPr lang="en" sz="3800" b="1" dirty="0">
                <a:solidFill>
                  <a:schemeClr val="bg1">
                    <a:lumMod val="50000"/>
                  </a:schemeClr>
                </a:solidFill>
              </a:rPr>
              <a:t>SLAM) systems do not require pre-surveyed reference points, so they generally cheaper. However existing SLAM algorithms rely on filters that linearize the kinematics at local coordinates such as Extended Kalman filter (EKF).</a:t>
            </a:r>
            <a:endParaRPr sz="5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" name="Google Shape;72;p13">
            <a:extLst>
              <a:ext uri="{FF2B5EF4-FFF2-40B4-BE49-F238E27FC236}">
                <a16:creationId xmlns:a16="http://schemas.microsoft.com/office/drawing/2014/main" id="{219CE1AC-EA4A-9664-E878-0AB42C72AD74}"/>
              </a:ext>
            </a:extLst>
          </p:cNvPr>
          <p:cNvCxnSpPr>
            <a:cxnSpLocks/>
          </p:cNvCxnSpPr>
          <p:nvPr/>
        </p:nvCxnSpPr>
        <p:spPr>
          <a:xfrm>
            <a:off x="-107775" y="11433076"/>
            <a:ext cx="10375243" cy="0"/>
          </a:xfrm>
          <a:prstGeom prst="straightConnector1">
            <a:avLst/>
          </a:prstGeom>
          <a:noFill/>
          <a:ln w="9525" cap="flat" cmpd="sng">
            <a:solidFill>
              <a:srgbClr val="DAD9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BE7AF86-6A68-59D3-9E96-F7FCABC04F7D}"/>
              </a:ext>
            </a:extLst>
          </p:cNvPr>
          <p:cNvSpPr txBox="1"/>
          <p:nvPr/>
        </p:nvSpPr>
        <p:spPr>
          <a:xfrm>
            <a:off x="256855" y="28918551"/>
            <a:ext cx="20532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[1] </a:t>
            </a:r>
            <a:r>
              <a:rPr lang="en-AU" sz="2400" dirty="0">
                <a:solidFill>
                  <a:srgbClr val="0097A7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https://www.waterlinked.com/shop/category/</a:t>
            </a:r>
            <a:r>
              <a:rPr lang="en-AU" sz="2400" dirty="0">
                <a:solidFill>
                  <a:schemeClr val="tx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underwater-gps-2</a:t>
            </a:r>
            <a:endParaRPr lang="en-AU" sz="2400" dirty="0">
              <a:solidFill>
                <a:schemeClr val="tx1"/>
              </a:solidFill>
            </a:endParaRPr>
          </a:p>
          <a:p>
            <a:r>
              <a:rPr lang="en-AU" sz="2400" dirty="0"/>
              <a:t>[2] </a:t>
            </a:r>
            <a:r>
              <a:rPr lang="en-AU" sz="2400" dirty="0">
                <a:solidFill>
                  <a:srgbClr val="0097A7"/>
                </a:solidFill>
              </a:rPr>
              <a:t>Y. Ge, “Equivariant Filter Design for Range-only SLAM,” Mar. 2025.</a:t>
            </a:r>
          </a:p>
        </p:txBody>
      </p:sp>
      <p:pic>
        <p:nvPicPr>
          <p:cNvPr id="17" name="Graphic 16" descr="Mental Health with solid fill">
            <a:extLst>
              <a:ext uri="{FF2B5EF4-FFF2-40B4-BE49-F238E27FC236}">
                <a16:creationId xmlns:a16="http://schemas.microsoft.com/office/drawing/2014/main" id="{79842F49-2109-79B7-D7A3-C9EEE42CE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1436" y="11703159"/>
            <a:ext cx="914400" cy="914400"/>
          </a:xfrm>
          <a:prstGeom prst="rect">
            <a:avLst/>
          </a:prstGeom>
        </p:spPr>
      </p:pic>
      <p:cxnSp>
        <p:nvCxnSpPr>
          <p:cNvPr id="9" name="Google Shape;72;p13">
            <a:extLst>
              <a:ext uri="{FF2B5EF4-FFF2-40B4-BE49-F238E27FC236}">
                <a16:creationId xmlns:a16="http://schemas.microsoft.com/office/drawing/2014/main" id="{343226FE-5076-FB69-4C68-EB234D2E5CB3}"/>
              </a:ext>
            </a:extLst>
          </p:cNvPr>
          <p:cNvCxnSpPr>
            <a:cxnSpLocks/>
          </p:cNvCxnSpPr>
          <p:nvPr/>
        </p:nvCxnSpPr>
        <p:spPr>
          <a:xfrm>
            <a:off x="-47705" y="3649311"/>
            <a:ext cx="2143133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Google Shape;77;p13">
            <a:extLst>
              <a:ext uri="{FF2B5EF4-FFF2-40B4-BE49-F238E27FC236}">
                <a16:creationId xmlns:a16="http://schemas.microsoft.com/office/drawing/2014/main" id="{8E1C222E-C8F9-5C09-F0BF-DDCB67206898}"/>
              </a:ext>
            </a:extLst>
          </p:cNvPr>
          <p:cNvSpPr/>
          <p:nvPr/>
        </p:nvSpPr>
        <p:spPr>
          <a:xfrm rot="5400000">
            <a:off x="11301500" y="13824426"/>
            <a:ext cx="276900" cy="7248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DAD9CC"/>
          </a:solidFill>
          <a:ln w="9525" cap="flat" cmpd="sng">
            <a:solidFill>
              <a:srgbClr val="DAD9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9350" tIns="129350" rIns="129350" bIns="129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2" name="Google Shape;56;p13">
            <a:extLst>
              <a:ext uri="{FF2B5EF4-FFF2-40B4-BE49-F238E27FC236}">
                <a16:creationId xmlns:a16="http://schemas.microsoft.com/office/drawing/2014/main" id="{D849A2B1-34E3-DAEC-45BA-B27617D3A127}"/>
              </a:ext>
            </a:extLst>
          </p:cNvPr>
          <p:cNvSpPr txBox="1"/>
          <p:nvPr/>
        </p:nvSpPr>
        <p:spPr>
          <a:xfrm>
            <a:off x="10523263" y="14225958"/>
            <a:ext cx="9729300" cy="648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350" tIns="129350" rIns="129350" bIns="1293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 b="1" dirty="0">
                <a:solidFill>
                  <a:srgbClr val="DAD9CC"/>
                </a:solidFill>
              </a:rPr>
              <a:t> 		</a:t>
            </a:r>
            <a:r>
              <a:rPr lang="en" sz="5100" b="1" dirty="0">
                <a:solidFill>
                  <a:schemeClr val="bg1">
                    <a:lumMod val="50000"/>
                  </a:schemeClr>
                </a:solidFill>
              </a:rPr>
              <a:t>The Result</a:t>
            </a:r>
          </a:p>
          <a:p>
            <a:pPr marL="647700" lvl="0" indent="-571500">
              <a:lnSpc>
                <a:spcPct val="115000"/>
              </a:lnSpc>
              <a:buClr>
                <a:srgbClr val="DAD9CC"/>
              </a:buClr>
              <a:buSzPts val="3800"/>
              <a:buChar char="-"/>
            </a:pPr>
            <a:r>
              <a:rPr lang="en-US" sz="3800" b="1" dirty="0">
                <a:solidFill>
                  <a:schemeClr val="bg1">
                    <a:lumMod val="50000"/>
                  </a:schemeClr>
                </a:solidFill>
              </a:rPr>
              <a:t>Graphs below shows the performance of </a:t>
            </a:r>
            <a:r>
              <a:rPr lang="en-US" sz="3800" b="1" dirty="0" err="1">
                <a:solidFill>
                  <a:schemeClr val="bg1">
                    <a:lumMod val="50000"/>
                  </a:schemeClr>
                </a:solidFill>
              </a:rPr>
              <a:t>EqF</a:t>
            </a:r>
            <a:r>
              <a:rPr lang="en-US" sz="3800" b="1" dirty="0">
                <a:solidFill>
                  <a:schemeClr val="bg1">
                    <a:lumMod val="50000"/>
                  </a:schemeClr>
                </a:solidFill>
              </a:rPr>
              <a:t> on range measurement only SLAM. The Data is collected from previous land rover projects instead of this underwater project.</a:t>
            </a:r>
            <a:endParaRPr lang="en-US" sz="5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4" name="Graphic 23" descr="Ruler with solid fill">
            <a:extLst>
              <a:ext uri="{FF2B5EF4-FFF2-40B4-BE49-F238E27FC236}">
                <a16:creationId xmlns:a16="http://schemas.microsoft.com/office/drawing/2014/main" id="{885408B5-5E51-CF84-81A0-42D16B89B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1660" y="14346184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F1442D-FB64-4FFB-94A5-115241555756}">
  <we:reference id="a3b40b4f-8edf-490e-9df1-7e66f93912bf" version="1.2.0.0" store="EXCatalog" storeType="EXCatalog"/>
  <we:alternateReferences>
    <we:reference id="WA104380526" version="1.2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347</Words>
  <Application>Microsoft Office PowerPoint</Application>
  <PresentationFormat>Custom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Brian Ma</cp:lastModifiedBy>
  <cp:revision>1</cp:revision>
  <dcterms:modified xsi:type="dcterms:W3CDTF">2026-05-26T07:18:51Z</dcterms:modified>
</cp:coreProperties>
</file>